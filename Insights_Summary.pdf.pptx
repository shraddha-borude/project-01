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0299-8054-E9A2-4674-3FA4812AC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1" y="802298"/>
            <a:ext cx="9619342" cy="1321470"/>
          </a:xfrm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Insights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9636-2B6C-BFC0-B927-B3B03BCFF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96929"/>
            <a:ext cx="8637072" cy="1037304"/>
          </a:xfrm>
        </p:spPr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Project Name: </a:t>
            </a:r>
            <a:r>
              <a:rPr lang="en-US" dirty="0">
                <a:latin typeface="Aptos" panose="020B0004020202020204" pitchFamily="34" charset="0"/>
              </a:rPr>
              <a:t>Healthcare Appointment No-Show Prediction</a:t>
            </a:r>
          </a:p>
          <a:p>
            <a:r>
              <a:rPr lang="en-US" b="1" dirty="0">
                <a:latin typeface="Aptos" panose="020B0004020202020204" pitchFamily="34" charset="0"/>
              </a:rPr>
              <a:t>Tools Used: </a:t>
            </a:r>
            <a:r>
              <a:rPr lang="en-US" dirty="0">
                <a:latin typeface="Aptos" panose="020B0004020202020204" pitchFamily="34" charset="0"/>
              </a:rPr>
              <a:t>Google </a:t>
            </a:r>
            <a:r>
              <a:rPr lang="en-US" dirty="0" err="1">
                <a:latin typeface="Aptos" panose="020B0004020202020204" pitchFamily="34" charset="0"/>
              </a:rPr>
              <a:t>colab</a:t>
            </a:r>
            <a:r>
              <a:rPr lang="en-US" dirty="0">
                <a:latin typeface="Aptos" panose="020B0004020202020204" pitchFamily="34" charset="0"/>
              </a:rPr>
              <a:t> , Power BI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83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BFC4-F9E6-C93E-FB99-DD03FC75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B49B-E041-9DC5-91E8-53EB65056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To analyze patient appointment data and predict whether a patient is likely to miss their appointment. The aim is to reduce no-shows and optimize healthcare scheduling.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0903-74AF-212C-8D79-B848C8EE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Key Data Insights (from Power BI):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1128-B0FB-49DD-A84F-52855839A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Aptos" panose="020B0004020202020204" pitchFamily="34" charset="0"/>
              </a:rPr>
              <a:t>No-Show Rate: 20% of total appointments were missed.</a:t>
            </a:r>
          </a:p>
          <a:p>
            <a:r>
              <a:rPr lang="en-US" dirty="0">
                <a:latin typeface="Aptos" panose="020B0004020202020204" pitchFamily="34" charset="0"/>
              </a:rPr>
              <a:t>SMS Reminders: Patients who received an SMS reminder were more likely to attend.</a:t>
            </a:r>
          </a:p>
          <a:p>
            <a:r>
              <a:rPr lang="en-US" dirty="0">
                <a:latin typeface="Aptos" panose="020B0004020202020204" pitchFamily="34" charset="0"/>
              </a:rPr>
              <a:t>Age Groups: Higher no-show rates were found among patients under 20 and over 80.</a:t>
            </a:r>
          </a:p>
          <a:p>
            <a:r>
              <a:rPr lang="en-US" dirty="0">
                <a:latin typeface="Aptos" panose="020B0004020202020204" pitchFamily="34" charset="0"/>
              </a:rPr>
              <a:t>Gender: No significant difference in no-show rates between male and female patients.</a:t>
            </a:r>
          </a:p>
          <a:p>
            <a:r>
              <a:rPr lang="en-US" dirty="0">
                <a:latin typeface="Aptos" panose="020B0004020202020204" pitchFamily="34" charset="0"/>
              </a:rPr>
              <a:t>Waiting Days: Longer scheduling gaps lead to higher no-show rates.</a:t>
            </a:r>
          </a:p>
          <a:p>
            <a:r>
              <a:rPr lang="en-US" dirty="0">
                <a:latin typeface="Aptos" panose="020B0004020202020204" pitchFamily="34" charset="0"/>
              </a:rPr>
              <a:t>Neighborhoods: Some areas consistently show higher no-show patterns.</a:t>
            </a:r>
          </a:p>
          <a:p>
            <a:r>
              <a:rPr lang="en-US" dirty="0">
                <a:latin typeface="Aptos" panose="020B0004020202020204" pitchFamily="34" charset="0"/>
              </a:rPr>
              <a:t>Year: All data is from 2016.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50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BDCE-D5A0-8B0B-E1C1-041084D55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CE62E-C2FC-1197-EC1D-67EE84F0A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The analysis reveals actionable trends and predictors of patient no-shows. With predictive modeling and data-driven strategies, healthcare providers can proactively reduce missed appointments.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8051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{94C9FBF1-706E-4E75-A902-FD10F84805C8}tf10001114</Template>
  <TotalTime>16</TotalTime>
  <Words>169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Gill Sans MT</vt:lpstr>
      <vt:lpstr>Gallery</vt:lpstr>
      <vt:lpstr>Insights Summary</vt:lpstr>
      <vt:lpstr>Objective:</vt:lpstr>
      <vt:lpstr>Key Data Insights (from Power BI):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Shraddha Borude</dc:creator>
  <cp:lastModifiedBy>Shraddha Borude</cp:lastModifiedBy>
  <cp:revision>1</cp:revision>
  <dcterms:created xsi:type="dcterms:W3CDTF">2025-04-30T15:17:41Z</dcterms:created>
  <dcterms:modified xsi:type="dcterms:W3CDTF">2025-04-30T15:33:46Z</dcterms:modified>
</cp:coreProperties>
</file>